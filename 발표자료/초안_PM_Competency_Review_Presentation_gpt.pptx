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S1. 과제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On-Device AI Hub를 위한 스마트 플러그 PoC 개발</a:t>
            </a:r>
          </a:p>
          <a:p>
            <a:r>
              <a:t>PM 역량 인증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S2. 핵심 사건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CR-01/02 발생 → 영향도 분석 → Baseline V2 재설정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S3. 요구사항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 → WBS → Test → Approval 추적 체계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S4. 변경관리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범위/일정 영향도 분석 및 CCB 의사결정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S5. KPI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→ 판단 → 조치 → 결과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S6. 이해관계자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통제 가능 영역과 불가능 영역 구분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S7. 종료 및 교훈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성과 달성 및 Lessons Learned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S8. 성과와 개선 기회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작동한 것 / 개선이 필요한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S9. 다음 프로젝트 개선안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/ Visibility / Resilience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F4E79"/>
                </a:solidFill>
              </a:defRPr>
            </a:pPr>
            <a:r>
              <a:t>S10. 정리 및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핵심 메시지 및 질의응답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